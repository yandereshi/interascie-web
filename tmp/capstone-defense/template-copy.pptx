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5"/>
  </p:notesMasterIdLst>
  <p:sldIdLst>
    <p:sldId id="257" r:id="rId2"/>
    <p:sldId id="265" r:id="rId3"/>
    <p:sldId id="284" r:id="rId4"/>
    <p:sldId id="289" r:id="rId5"/>
    <p:sldId id="290" r:id="rId6"/>
    <p:sldId id="263" r:id="rId7"/>
    <p:sldId id="264" r:id="rId8"/>
    <p:sldId id="285" r:id="rId9"/>
    <p:sldId id="273" r:id="rId10"/>
    <p:sldId id="291" r:id="rId11"/>
    <p:sldId id="292" r:id="rId12"/>
    <p:sldId id="293" r:id="rId13"/>
    <p:sldId id="28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5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panes, Cyber Celwin (Faculty)" userId="863c8099-69d6-422a-b3ac-6d20d7f0d08c" providerId="ADAL" clId="{B3EF34DC-A434-59E7-8356-A904ED92F705}"/>
    <pc:docChg chg="modSld">
      <pc:chgData name="Popanes, Cyber Celwin (Faculty)" userId="863c8099-69d6-422a-b3ac-6d20d7f0d08c" providerId="ADAL" clId="{B3EF34DC-A434-59E7-8356-A904ED92F705}" dt="2025-10-15T06:52:51.568" v="96" actId="20577"/>
      <pc:docMkLst>
        <pc:docMk/>
      </pc:docMkLst>
      <pc:sldChg chg="modSp mod">
        <pc:chgData name="Popanes, Cyber Celwin (Faculty)" userId="863c8099-69d6-422a-b3ac-6d20d7f0d08c" providerId="ADAL" clId="{B3EF34DC-A434-59E7-8356-A904ED92F705}" dt="2025-10-15T06:52:51.568" v="96" actId="20577"/>
        <pc:sldMkLst>
          <pc:docMk/>
          <pc:sldMk cId="500507298" sldId="257"/>
        </pc:sldMkLst>
        <pc:spChg chg="mod">
          <ac:chgData name="Popanes, Cyber Celwin (Faculty)" userId="863c8099-69d6-422a-b3ac-6d20d7f0d08c" providerId="ADAL" clId="{B3EF34DC-A434-59E7-8356-A904ED92F705}" dt="2025-10-15T06:52:51.568" v="96" actId="20577"/>
          <ac:spMkLst>
            <pc:docMk/>
            <pc:sldMk cId="500507298" sldId="257"/>
            <ac:spMk id="4" creationId="{A8EF9685-ED9E-4D4B-88B1-10D4D84F9E89}"/>
          </ac:spMkLst>
        </pc:spChg>
      </pc:sldChg>
      <pc:sldChg chg="modSp mod">
        <pc:chgData name="Popanes, Cyber Celwin (Faculty)" userId="863c8099-69d6-422a-b3ac-6d20d7f0d08c" providerId="ADAL" clId="{B3EF34DC-A434-59E7-8356-A904ED92F705}" dt="2025-10-15T06:51:23.511" v="38" actId="20577"/>
        <pc:sldMkLst>
          <pc:docMk/>
          <pc:sldMk cId="2492765500" sldId="288"/>
        </pc:sldMkLst>
        <pc:spChg chg="mod">
          <ac:chgData name="Popanes, Cyber Celwin (Faculty)" userId="863c8099-69d6-422a-b3ac-6d20d7f0d08c" providerId="ADAL" clId="{B3EF34DC-A434-59E7-8356-A904ED92F705}" dt="2025-10-15T06:51:23.511" v="38" actId="20577"/>
          <ac:spMkLst>
            <pc:docMk/>
            <pc:sldMk cId="2492765500" sldId="288"/>
            <ac:spMk id="4" creationId="{A8EF9685-ED9E-4D4B-88B1-10D4D84F9E8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63B72E-2D8D-4469-B030-E31F3AAF76FC}" type="datetimeFigureOut">
              <a:rPr lang="en-PH" smtClean="0"/>
              <a:t>10/15/25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AD3E6-7326-4557-BA0D-78A715846B9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8496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4DB929E9-DBCA-0EF2-FD84-66CCAA2A7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>
            <a:extLst>
              <a:ext uri="{FF2B5EF4-FFF2-40B4-BE49-F238E27FC236}">
                <a16:creationId xmlns:a16="http://schemas.microsoft.com/office/drawing/2014/main" id="{2482984F-C66B-9987-F06F-E4F85744A0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8:notes">
            <a:extLst>
              <a:ext uri="{FF2B5EF4-FFF2-40B4-BE49-F238E27FC236}">
                <a16:creationId xmlns:a16="http://schemas.microsoft.com/office/drawing/2014/main" id="{E25CB687-35F7-FCB0-6909-55DACB0B11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736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1CDE95E1-E430-0A99-1B4C-EA930479B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>
            <a:extLst>
              <a:ext uri="{FF2B5EF4-FFF2-40B4-BE49-F238E27FC236}">
                <a16:creationId xmlns:a16="http://schemas.microsoft.com/office/drawing/2014/main" id="{017E56B3-5433-13B6-4114-F8F8B35FD3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8:notes">
            <a:extLst>
              <a:ext uri="{FF2B5EF4-FFF2-40B4-BE49-F238E27FC236}">
                <a16:creationId xmlns:a16="http://schemas.microsoft.com/office/drawing/2014/main" id="{4260FFBC-E45B-562E-CE24-502E77433B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5614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3" name="Google Shape;1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72399152d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72399152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4" name="Google Shape;23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EFAF1E6A-C9C5-513A-5763-F40AF73E1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>
            <a:extLst>
              <a:ext uri="{FF2B5EF4-FFF2-40B4-BE49-F238E27FC236}">
                <a16:creationId xmlns:a16="http://schemas.microsoft.com/office/drawing/2014/main" id="{021E52F6-D8AB-0BFD-CC83-E1E4A2E13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4" name="Google Shape;234;p16:notes">
            <a:extLst>
              <a:ext uri="{FF2B5EF4-FFF2-40B4-BE49-F238E27FC236}">
                <a16:creationId xmlns:a16="http://schemas.microsoft.com/office/drawing/2014/main" id="{57D3588F-14E9-90BB-6E71-FE391C408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2877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65E39B53-E1DF-E5EA-BE37-75997EB0E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>
            <a:extLst>
              <a:ext uri="{FF2B5EF4-FFF2-40B4-BE49-F238E27FC236}">
                <a16:creationId xmlns:a16="http://schemas.microsoft.com/office/drawing/2014/main" id="{26FC3505-0346-0683-197E-D39EC1D0D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4" name="Google Shape;234;p16:notes">
            <a:extLst>
              <a:ext uri="{FF2B5EF4-FFF2-40B4-BE49-F238E27FC236}">
                <a16:creationId xmlns:a16="http://schemas.microsoft.com/office/drawing/2014/main" id="{01135B54-94A4-3AF2-829C-C8B9BF3CA3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2877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6A7BD88F-4F1D-6CF1-B43F-84ADDCB55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>
            <a:extLst>
              <a:ext uri="{FF2B5EF4-FFF2-40B4-BE49-F238E27FC236}">
                <a16:creationId xmlns:a16="http://schemas.microsoft.com/office/drawing/2014/main" id="{2A9DA534-1A2B-3049-BE41-95075B8FF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4" name="Google Shape;234;p16:notes">
            <a:extLst>
              <a:ext uri="{FF2B5EF4-FFF2-40B4-BE49-F238E27FC236}">
                <a16:creationId xmlns:a16="http://schemas.microsoft.com/office/drawing/2014/main" id="{3ECE664B-0C66-69B9-2E5A-3069D0A6FE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367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96F0-37F8-4B00-8305-8A8584C82728}" type="datetimeFigureOut">
              <a:rPr lang="en-US" smtClean="0"/>
              <a:pPr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2EC-90BE-45B5-B397-3A18EE9705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7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96F0-37F8-4B00-8305-8A8584C82728}" type="datetimeFigureOut">
              <a:rPr lang="en-US" smtClean="0"/>
              <a:pPr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2EC-90BE-45B5-B397-3A18EE9705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5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96F0-37F8-4B00-8305-8A8584C82728}" type="datetimeFigureOut">
              <a:rPr lang="en-US" smtClean="0"/>
              <a:pPr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2EC-90BE-45B5-B397-3A18EE9705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3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96F0-37F8-4B00-8305-8A8584C82728}" type="datetimeFigureOut">
              <a:rPr lang="en-US" smtClean="0"/>
              <a:pPr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2EC-90BE-45B5-B397-3A18EE9705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98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96F0-37F8-4B00-8305-8A8584C82728}" type="datetimeFigureOut">
              <a:rPr lang="en-US" smtClean="0"/>
              <a:pPr/>
              <a:t>10/15/25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2EC-90BE-45B5-B397-3A18EE9705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15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96F0-37F8-4B00-8305-8A8584C82728}" type="datetimeFigureOut">
              <a:rPr lang="en-US" smtClean="0"/>
              <a:pPr/>
              <a:t>10/15/25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2EC-90BE-45B5-B397-3A18EE9705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64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96F0-37F8-4B00-8305-8A8584C82728}" type="datetimeFigureOut">
              <a:rPr lang="en-US" smtClean="0"/>
              <a:pPr/>
              <a:t>10/15/25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2EC-90BE-45B5-B397-3A18EE9705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3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96F0-37F8-4B00-8305-8A8584C82728}" type="datetimeFigureOut">
              <a:rPr lang="en-US" smtClean="0"/>
              <a:pPr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2EC-90BE-45B5-B397-3A18EE9705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68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96F0-37F8-4B00-8305-8A8584C82728}" type="datetimeFigureOut">
              <a:rPr lang="en-US" smtClean="0"/>
              <a:pPr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2EC-90BE-45B5-B397-3A18EE9705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1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96F0-37F8-4B00-8305-8A8584C82728}" type="datetimeFigureOut">
              <a:rPr lang="en-US" smtClean="0"/>
              <a:pPr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2EC-90BE-45B5-B397-3A18EE9705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89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96F0-37F8-4B00-8305-8A8584C82728}" type="datetimeFigureOut">
              <a:rPr lang="en-US" smtClean="0"/>
              <a:pPr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172EC-90BE-45B5-B397-3A18EE9705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5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E96F0-37F8-4B00-8305-8A8584C82728}" type="datetimeFigureOut">
              <a:rPr lang="en-US" smtClean="0"/>
              <a:pPr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172EC-90BE-45B5-B397-3A18EE9705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8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Students\Downloads\RESEARCH DEFENSE POWERPOINT TEMPLATE(WIDE NEW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EF9685-ED9E-4D4B-88B1-10D4D84F9E89}"/>
              </a:ext>
            </a:extLst>
          </p:cNvPr>
          <p:cNvSpPr txBox="1"/>
          <p:nvPr/>
        </p:nvSpPr>
        <p:spPr>
          <a:xfrm>
            <a:off x="413657" y="1600200"/>
            <a:ext cx="1136468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i="0" u="none" strike="noStrike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TITLE OF THE PROJECT</a:t>
            </a:r>
            <a:r>
              <a:rPr lang="en-PH" sz="4000" b="1" i="0" u="none" strike="noStrike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/THESIS</a:t>
            </a:r>
            <a:endParaRPr lang="en-PH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PH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PH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PH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0"/>
            <a:r>
              <a:rPr lang="en-PH" sz="2000" b="1" i="0" u="none" strike="noStrik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Name,  Middle Initial, Surname (in alphabetical order)</a:t>
            </a:r>
          </a:p>
          <a:p>
            <a:pPr algn="ctr" rtl="0"/>
            <a:r>
              <a:rPr lang="en-PH" sz="2000" b="1" i="0" u="none" strike="noStrik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Name,  Middle Initial, Surname (in alphabetical order)</a:t>
            </a:r>
          </a:p>
          <a:p>
            <a:pPr algn="ctr" rtl="0"/>
            <a:r>
              <a:rPr lang="en-PH" sz="2000" b="1" i="0" u="none" strike="noStrik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Name,  Middle Initial, Surname (in alphabetical order)</a:t>
            </a:r>
            <a:endParaRPr lang="en-PH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0"/>
            <a:r>
              <a:rPr lang="en-PH" sz="2000" b="1" i="0" u="none" strike="noStrik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Name,  Middle Initial, Surname (in alphabetical order)</a:t>
            </a:r>
            <a:endParaRPr lang="en-PH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PH" dirty="0"/>
            </a:br>
            <a:endParaRPr lang="en-PH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50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Students\Downloads\RESEARCH DEFENSE POWERPOINT TEMPLATE(WIDE NEW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432F6E-29ED-448A-91D0-137DB92A727A}"/>
              </a:ext>
            </a:extLst>
          </p:cNvPr>
          <p:cNvSpPr txBox="1"/>
          <p:nvPr/>
        </p:nvSpPr>
        <p:spPr>
          <a:xfrm>
            <a:off x="3051110" y="321172"/>
            <a:ext cx="88827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PROJECT CONTEXT</a:t>
            </a:r>
            <a:endParaRPr lang="en-PH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41E64-DE7F-48C5-9C53-6011CC5DC666}"/>
              </a:ext>
            </a:extLst>
          </p:cNvPr>
          <p:cNvSpPr txBox="1"/>
          <p:nvPr/>
        </p:nvSpPr>
        <p:spPr>
          <a:xfrm>
            <a:off x="502298" y="2371071"/>
            <a:ext cx="11504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[Put the project context of the capstone project, important details should be in bullet points.] </a:t>
            </a:r>
            <a:endParaRPr lang="en-PH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697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0F615-3DC9-E108-8308-CACDC13E5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617F-2A0F-234F-C321-4741535506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A658B-FD6D-2ED4-3212-DE0FB665EE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Students\Downloads\RESEARCH DEFENSE POWERPOINT TEMPLATE(WIDE NEW).jpg">
            <a:extLst>
              <a:ext uri="{FF2B5EF4-FFF2-40B4-BE49-F238E27FC236}">
                <a16:creationId xmlns:a16="http://schemas.microsoft.com/office/drawing/2014/main" id="{ADADA117-B8A3-C6F9-9B24-FD9CA3C43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4F9565-2486-F0F3-5416-02B849D870DA}"/>
              </a:ext>
            </a:extLst>
          </p:cNvPr>
          <p:cNvSpPr txBox="1"/>
          <p:nvPr/>
        </p:nvSpPr>
        <p:spPr>
          <a:xfrm>
            <a:off x="3051110" y="321172"/>
            <a:ext cx="88827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PURPOSE AND DESCRIPTION</a:t>
            </a:r>
            <a:endParaRPr lang="en-PH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BB216A-9DBB-3638-5FE3-E72734D36BC1}"/>
              </a:ext>
            </a:extLst>
          </p:cNvPr>
          <p:cNvSpPr txBox="1"/>
          <p:nvPr/>
        </p:nvSpPr>
        <p:spPr>
          <a:xfrm>
            <a:off x="343677" y="2208732"/>
            <a:ext cx="11504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PH" sz="4000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[Put the purpose and description of the capstone project, it should be in bullet form]</a:t>
            </a:r>
            <a:endParaRPr lang="en-PH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581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9C691D02-D4A6-3F20-50EC-4618E3DA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>
            <a:extLst>
              <a:ext uri="{FF2B5EF4-FFF2-40B4-BE49-F238E27FC236}">
                <a16:creationId xmlns:a16="http://schemas.microsoft.com/office/drawing/2014/main" id="{28C1DB6C-D9EE-4AAA-2E32-0942BFE39D6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147" name="Google Shape;147;p20">
            <a:extLst>
              <a:ext uri="{FF2B5EF4-FFF2-40B4-BE49-F238E27FC236}">
                <a16:creationId xmlns:a16="http://schemas.microsoft.com/office/drawing/2014/main" id="{EF855484-CEEC-E95D-D600-C91ED65D06B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148" name="Google Shape;148;p20" descr="C:\Users\Students\Downloads\RESEARCH DEFENSE POWERPOINT TEMPLATE(WIDE NEW).jpg">
            <a:extLst>
              <a:ext uri="{FF2B5EF4-FFF2-40B4-BE49-F238E27FC236}">
                <a16:creationId xmlns:a16="http://schemas.microsoft.com/office/drawing/2014/main" id="{57B506C0-7C56-9F4C-E181-29176AA3D3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>
            <a:extLst>
              <a:ext uri="{FF2B5EF4-FFF2-40B4-BE49-F238E27FC236}">
                <a16:creationId xmlns:a16="http://schemas.microsoft.com/office/drawing/2014/main" id="{98D6E6E2-1D1E-90E9-988A-2A91EF4E7E97}"/>
              </a:ext>
            </a:extLst>
          </p:cNvPr>
          <p:cNvSpPr txBox="1"/>
          <p:nvPr/>
        </p:nvSpPr>
        <p:spPr>
          <a:xfrm>
            <a:off x="3051110" y="321172"/>
            <a:ext cx="888274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PH" sz="4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PROBLEMS</a:t>
            </a:r>
            <a:endParaRPr sz="4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>
            <a:extLst>
              <a:ext uri="{FF2B5EF4-FFF2-40B4-BE49-F238E27FC236}">
                <a16:creationId xmlns:a16="http://schemas.microsoft.com/office/drawing/2014/main" id="{97286F3C-9C51-9A36-EFA6-AA073BA3B9CD}"/>
              </a:ext>
            </a:extLst>
          </p:cNvPr>
          <p:cNvSpPr txBox="1"/>
          <p:nvPr/>
        </p:nvSpPr>
        <p:spPr>
          <a:xfrm>
            <a:off x="429208" y="1502229"/>
            <a:ext cx="11504645" cy="3385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PH" sz="4000" b="1" i="0" u="none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PH" sz="4000" b="1" i="0" u="none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General </a:t>
            </a:r>
            <a:r>
              <a:rPr lang="en-PH" sz="40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Problem</a:t>
            </a:r>
            <a:br>
              <a:rPr lang="en-PH" sz="4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4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4000"/>
            </a:pPr>
            <a:r>
              <a:rPr lang="en-PH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[List down the study’s general problem on bullet form.]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487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CCC7F288-AA4F-EBE1-EC4E-D650A466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>
            <a:extLst>
              <a:ext uri="{FF2B5EF4-FFF2-40B4-BE49-F238E27FC236}">
                <a16:creationId xmlns:a16="http://schemas.microsoft.com/office/drawing/2014/main" id="{A735F2A0-856C-7A32-C8EC-5ED2C4DB638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147" name="Google Shape;147;p20">
            <a:extLst>
              <a:ext uri="{FF2B5EF4-FFF2-40B4-BE49-F238E27FC236}">
                <a16:creationId xmlns:a16="http://schemas.microsoft.com/office/drawing/2014/main" id="{786A5D38-BC27-AADB-58F3-988D7812173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148" name="Google Shape;148;p20" descr="C:\Users\Students\Downloads\RESEARCH DEFENSE POWERPOINT TEMPLATE(WIDE NEW).jpg">
            <a:extLst>
              <a:ext uri="{FF2B5EF4-FFF2-40B4-BE49-F238E27FC236}">
                <a16:creationId xmlns:a16="http://schemas.microsoft.com/office/drawing/2014/main" id="{F0FA0F5A-AA94-A995-1BE7-1470D9D2CF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>
            <a:extLst>
              <a:ext uri="{FF2B5EF4-FFF2-40B4-BE49-F238E27FC236}">
                <a16:creationId xmlns:a16="http://schemas.microsoft.com/office/drawing/2014/main" id="{5D1504D1-123C-F0C0-6CA4-DFF5DF50A84E}"/>
              </a:ext>
            </a:extLst>
          </p:cNvPr>
          <p:cNvSpPr txBox="1"/>
          <p:nvPr/>
        </p:nvSpPr>
        <p:spPr>
          <a:xfrm>
            <a:off x="3051110" y="321172"/>
            <a:ext cx="888274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PH" sz="4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PROBLEMS</a:t>
            </a:r>
            <a:endParaRPr sz="4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>
            <a:extLst>
              <a:ext uri="{FF2B5EF4-FFF2-40B4-BE49-F238E27FC236}">
                <a16:creationId xmlns:a16="http://schemas.microsoft.com/office/drawing/2014/main" id="{1BE58558-A34D-EA98-2C9E-409D7FD279D0}"/>
              </a:ext>
            </a:extLst>
          </p:cNvPr>
          <p:cNvSpPr txBox="1"/>
          <p:nvPr/>
        </p:nvSpPr>
        <p:spPr>
          <a:xfrm>
            <a:off x="429208" y="1502229"/>
            <a:ext cx="11504645" cy="3385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PH" sz="4000" b="1" i="0" u="none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PH" sz="40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Arial"/>
              </a:rPr>
              <a:t>Specific</a:t>
            </a:r>
            <a:r>
              <a:rPr lang="en-PH" sz="4000" b="1" i="0" u="none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lang="en-PH" sz="40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Problems</a:t>
            </a:r>
            <a:br>
              <a:rPr lang="en-PH" sz="4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4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4000"/>
            </a:pPr>
            <a:r>
              <a:rPr lang="en-PH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[List down study’s specific problems on bullet form.]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998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148" name="Google Shape;148;p20" descr="C:\Users\Students\Downloads\RESEARCH DEFENSE POWERPOINT TEMPLATE(WIDE NEW)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3051110" y="321172"/>
            <a:ext cx="888274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PH" sz="4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4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429208" y="1502229"/>
            <a:ext cx="11504645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PH" sz="4000" b="1" i="0" u="none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PH" sz="4000" b="1" i="0" u="none" strike="noStrike" cap="none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General Objectives</a:t>
            </a:r>
            <a:br>
              <a:rPr lang="en-PH" sz="4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4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31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PH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[List down study’s general objectives on bullet form.]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157" name="Google Shape;157;p21" descr="C:\Users\Students\Downloads\RESEARCH DEFENSE POWERPOINT TEMPLATE(WIDE NEW)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3051110" y="321172"/>
            <a:ext cx="888274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PH" sz="4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4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429208" y="1502229"/>
            <a:ext cx="11504645" cy="261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PH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Specific Objectives</a:t>
            </a:r>
          </a:p>
          <a:p>
            <a:pPr marL="285750" marR="0" lvl="0" indent="-31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lang="en-PH"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31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PH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[List down study’s specific objectives on bullet form.]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166" name="Google Shape;166;p22" descr="C:\Users\Students\Downloads\RESEARCH DEFENSE POWERPOINT TEMPLATE(WIDE NEW)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/>
          <p:nvPr/>
        </p:nvSpPr>
        <p:spPr>
          <a:xfrm>
            <a:off x="2855168" y="321172"/>
            <a:ext cx="907860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PH" sz="4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SCOPE AND LIMITATIONS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429209" y="1472148"/>
            <a:ext cx="115047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PH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PH" sz="4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of the study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PH" sz="4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Limitations of the Study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238" name="Google Shape;238;p30" descr="C:\Users\Students\Downloads\RESEARCH DEFENSE POWERPOINT TEMPLATE(WIDE NEW)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0"/>
          <p:cNvSpPr txBox="1"/>
          <p:nvPr/>
        </p:nvSpPr>
        <p:spPr>
          <a:xfrm>
            <a:off x="3051110" y="321172"/>
            <a:ext cx="888274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PH" sz="4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TECHNICAL BACKGROUND</a:t>
            </a:r>
            <a:endParaRPr sz="4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0"/>
          <p:cNvSpPr txBox="1"/>
          <p:nvPr/>
        </p:nvSpPr>
        <p:spPr>
          <a:xfrm>
            <a:off x="429208" y="1502229"/>
            <a:ext cx="11504645" cy="126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[Important details should be presented, and in bullet form.]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3C6D50A-7136-3C9A-4882-00D65D13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64ECBD67-B126-7F12-84E8-AFA892B80A6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237" name="Google Shape;237;p30">
            <a:extLst>
              <a:ext uri="{FF2B5EF4-FFF2-40B4-BE49-F238E27FC236}">
                <a16:creationId xmlns:a16="http://schemas.microsoft.com/office/drawing/2014/main" id="{CE735234-DC47-74FA-5D62-CD36C6BAC0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238" name="Google Shape;238;p30" descr="C:\Users\Students\Downloads\RESEARCH DEFENSE POWERPOINT TEMPLATE(WIDE NEW).jpg">
            <a:extLst>
              <a:ext uri="{FF2B5EF4-FFF2-40B4-BE49-F238E27FC236}">
                <a16:creationId xmlns:a16="http://schemas.microsoft.com/office/drawing/2014/main" id="{5705C4BC-94D0-4819-71CD-E13558CB3C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0">
            <a:extLst>
              <a:ext uri="{FF2B5EF4-FFF2-40B4-BE49-F238E27FC236}">
                <a16:creationId xmlns:a16="http://schemas.microsoft.com/office/drawing/2014/main" id="{371E29E4-6BBE-D117-7BB2-2E9B68B3095D}"/>
              </a:ext>
            </a:extLst>
          </p:cNvPr>
          <p:cNvSpPr txBox="1"/>
          <p:nvPr/>
        </p:nvSpPr>
        <p:spPr>
          <a:xfrm>
            <a:off x="3051110" y="321172"/>
            <a:ext cx="888274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PH" sz="44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REQUIREMENT ANALYSIS</a:t>
            </a:r>
            <a:endParaRPr sz="4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0">
            <a:extLst>
              <a:ext uri="{FF2B5EF4-FFF2-40B4-BE49-F238E27FC236}">
                <a16:creationId xmlns:a16="http://schemas.microsoft.com/office/drawing/2014/main" id="{EE3B0468-5352-F46E-1D97-D3A49FB0AA28}"/>
              </a:ext>
            </a:extLst>
          </p:cNvPr>
          <p:cNvSpPr txBox="1"/>
          <p:nvPr/>
        </p:nvSpPr>
        <p:spPr>
          <a:xfrm>
            <a:off x="429208" y="1502229"/>
            <a:ext cx="11504645" cy="126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[Important details should be presented, and in bullet form or in image form.]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941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72D28BCB-AA1F-E686-1A5C-D8BD29660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72B0FB85-0CF5-78E9-F770-CA4A030AD7D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237" name="Google Shape;237;p30">
            <a:extLst>
              <a:ext uri="{FF2B5EF4-FFF2-40B4-BE49-F238E27FC236}">
                <a16:creationId xmlns:a16="http://schemas.microsoft.com/office/drawing/2014/main" id="{EF075397-A724-BC79-197C-B1C00983B56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238" name="Google Shape;238;p30" descr="C:\Users\Students\Downloads\RESEARCH DEFENSE POWERPOINT TEMPLATE(WIDE NEW).jpg">
            <a:extLst>
              <a:ext uri="{FF2B5EF4-FFF2-40B4-BE49-F238E27FC236}">
                <a16:creationId xmlns:a16="http://schemas.microsoft.com/office/drawing/2014/main" id="{96B47A84-79BD-D457-E308-55A7434C7D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0">
            <a:extLst>
              <a:ext uri="{FF2B5EF4-FFF2-40B4-BE49-F238E27FC236}">
                <a16:creationId xmlns:a16="http://schemas.microsoft.com/office/drawing/2014/main" id="{A6D56871-DF4C-0572-CFDE-8F0CA15A4C6A}"/>
              </a:ext>
            </a:extLst>
          </p:cNvPr>
          <p:cNvSpPr txBox="1"/>
          <p:nvPr/>
        </p:nvSpPr>
        <p:spPr>
          <a:xfrm>
            <a:off x="3051110" y="321172"/>
            <a:ext cx="88827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PH" sz="40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REQUIREMENT DOCUMENTATION</a:t>
            </a:r>
            <a:endParaRPr sz="40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0">
            <a:extLst>
              <a:ext uri="{FF2B5EF4-FFF2-40B4-BE49-F238E27FC236}">
                <a16:creationId xmlns:a16="http://schemas.microsoft.com/office/drawing/2014/main" id="{A701F584-6EFC-9BEA-DC23-2C502399A862}"/>
              </a:ext>
            </a:extLst>
          </p:cNvPr>
          <p:cNvSpPr txBox="1"/>
          <p:nvPr/>
        </p:nvSpPr>
        <p:spPr>
          <a:xfrm>
            <a:off x="429208" y="1502229"/>
            <a:ext cx="11504645" cy="126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[Important details should be presented, and in bullet form or in image form.]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3003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B9D623AD-3CF6-CDBE-4F5A-0756A925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955E7CB1-7D6C-C5DD-E73D-40B70DA52D5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237" name="Google Shape;237;p30">
            <a:extLst>
              <a:ext uri="{FF2B5EF4-FFF2-40B4-BE49-F238E27FC236}">
                <a16:creationId xmlns:a16="http://schemas.microsoft.com/office/drawing/2014/main" id="{47A2E916-340C-F9FC-00AE-B4396106A8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238" name="Google Shape;238;p30" descr="C:\Users\Students\Downloads\RESEARCH DEFENSE POWERPOINT TEMPLATE(WIDE NEW).jpg">
            <a:extLst>
              <a:ext uri="{FF2B5EF4-FFF2-40B4-BE49-F238E27FC236}">
                <a16:creationId xmlns:a16="http://schemas.microsoft.com/office/drawing/2014/main" id="{36DD95D5-3C29-E000-E698-F58D811C78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0">
            <a:extLst>
              <a:ext uri="{FF2B5EF4-FFF2-40B4-BE49-F238E27FC236}">
                <a16:creationId xmlns:a16="http://schemas.microsoft.com/office/drawing/2014/main" id="{CC920284-7E2C-744A-2B9F-6EF674046ED9}"/>
              </a:ext>
            </a:extLst>
          </p:cNvPr>
          <p:cNvSpPr txBox="1"/>
          <p:nvPr/>
        </p:nvSpPr>
        <p:spPr>
          <a:xfrm>
            <a:off x="3051110" y="321172"/>
            <a:ext cx="888274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PH" sz="36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DESIGN OF SOFTWARE, SYSTEM, PRODUCT, AND/OR PROCESSES</a:t>
            </a:r>
            <a:endParaRPr sz="3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0">
            <a:extLst>
              <a:ext uri="{FF2B5EF4-FFF2-40B4-BE49-F238E27FC236}">
                <a16:creationId xmlns:a16="http://schemas.microsoft.com/office/drawing/2014/main" id="{71729414-C349-E1F8-02F9-DCCF871F0E92}"/>
              </a:ext>
            </a:extLst>
          </p:cNvPr>
          <p:cNvSpPr txBox="1"/>
          <p:nvPr/>
        </p:nvSpPr>
        <p:spPr>
          <a:xfrm>
            <a:off x="429208" y="1502229"/>
            <a:ext cx="11504645" cy="126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[Important details should be presented, and in bullet form or in image form.]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692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Students\Downloads\RESEARCH DEFENSE POWERPOINT TEMPLATE(WIDE NEW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EF9685-ED9E-4D4B-88B1-10D4D84F9E89}"/>
              </a:ext>
            </a:extLst>
          </p:cNvPr>
          <p:cNvSpPr txBox="1"/>
          <p:nvPr/>
        </p:nvSpPr>
        <p:spPr>
          <a:xfrm>
            <a:off x="413657" y="2705725"/>
            <a:ext cx="113646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PH" sz="4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YSTEM DEMONSTRATION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86E27B-9688-451C-B633-6AA3655DA2DF}"/>
              </a:ext>
            </a:extLst>
          </p:cNvPr>
          <p:cNvCxnSpPr/>
          <p:nvPr/>
        </p:nvCxnSpPr>
        <p:spPr>
          <a:xfrm>
            <a:off x="870857" y="3645349"/>
            <a:ext cx="10450286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765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</TotalTime>
  <Words>252</Words>
  <Application>Microsoft Macintosh PowerPoint</Application>
  <PresentationFormat>Widescreen</PresentationFormat>
  <Paragraphs>38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Cyber Dizon</cp:lastModifiedBy>
  <cp:revision>14</cp:revision>
  <dcterms:created xsi:type="dcterms:W3CDTF">2021-05-31T08:35:37Z</dcterms:created>
  <dcterms:modified xsi:type="dcterms:W3CDTF">2025-10-15T06:52:54Z</dcterms:modified>
</cp:coreProperties>
</file>